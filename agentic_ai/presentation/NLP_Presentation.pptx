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44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560320"/>
            <a:ext cx="2743200" cy="2743200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machines to understand human language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429768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429768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429768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NLP?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is a branch of Artificial Intelligence that enables computers to understand, interpret, and generate human language — bridging the gap between humans and machines.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237744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grammar, meaning, and context of 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2402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237744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intent, sentiment, and entities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24028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237744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coherent, fluent human-like text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Powers: ChatGPT • Google Translate • Siri • Gmail Smart Compose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raw text into smaller units (tokens) a model can process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"NLP is amazing!"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2176272"/>
            <a:ext cx="0" cy="22860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6517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26517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7B2FBE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6517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6517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03320"/>
            <a:ext cx="41148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Tokenization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133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world" → ["Hello", "world"]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703320"/>
            <a:ext cx="41148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Tokenization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133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"unhappy" → ["un", "##happy"]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Embeddings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words as dense numerical vectors that capture meaning and relationships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813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"king"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63240" y="1572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66160" y="1481328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4813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[0.82, −0.41, 0.67, 0.13, …]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8E1"/>
          </a:solidFill>
          <a:ln/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✨  Famous analogy:  king − man + woman ≈ queen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310896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Word2Vec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context from word (CBOW) or word from context (Skip-gram)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30175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0" y="310896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GloVe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83280" y="4343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co-occurrence statistics to learn word relationships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0175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0" y="310896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FastText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4343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subword units; handles rare &amp; misspelled words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NLP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887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2316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36392" y="17373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18872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1783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71032" y="17373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10972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1887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9244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1783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 Removal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10896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2316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" y="3703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Stemming/Lemmatization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36392" y="3657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337560" y="30175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29000" y="310896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383280" y="3703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71032" y="3657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72200" y="30175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310896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09244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217920" y="3703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Model/Output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234440"/>
            <a:ext cx="777240" cy="7772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234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4505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Translate, DeepL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234440"/>
            <a:ext cx="777240" cy="777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234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37560" y="2057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4505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reviews, social media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0" y="1234440"/>
            <a:ext cx="777240" cy="777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234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72200" y="2057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Assistants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4505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Siri, Alexa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0" y="3154680"/>
            <a:ext cx="777240" cy="7772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02920" y="3977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filters, fraud detection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06240" y="3154680"/>
            <a:ext cx="777240" cy="7772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337560" y="3977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Search, semantic search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40880" y="315468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72200" y="3977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43708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summary, document review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06D6A0">
              <a:alpha val="10000"/>
            </a:srgbClr>
          </a:solidFill>
          <a:ln w="12700">
            <a:solidFill>
              <a:srgbClr val="06D6A0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45720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teaches machines to understand and generate human language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breaks text into processable units (words or subwords)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capture semantic meaning in dense numeric vectors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&amp; self-attention revolutionized NLP performance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840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powers search, translation, chatbots, and much more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7863840" cy="411480"/>
          </a:xfrm>
          <a:prstGeom prst="roundRect">
            <a:avLst>
              <a:gd name="adj" fmla="val 17778"/>
            </a:avLst>
          </a:prstGeom>
          <a:solidFill>
            <a:srgbClr val="00B4D8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is evolving fast — LLMs like GPT-4 and Claude are just the beginning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379</Words>
  <Application>Microsoft Office PowerPoint</Application>
  <PresentationFormat>On-screen Show (16:9)</PresentationFormat>
  <Paragraphs>112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</dc:title>
  <dc:subject>PptxGenJS Presentation</dc:subject>
  <dc:creator>PptxGenJS</dc:creator>
  <cp:lastModifiedBy>suma reddy</cp:lastModifiedBy>
  <cp:revision>2</cp:revision>
  <dcterms:created xsi:type="dcterms:W3CDTF">2026-06-12T03:28:20Z</dcterms:created>
  <dcterms:modified xsi:type="dcterms:W3CDTF">2026-06-12T03:41:11Z</dcterms:modified>
</cp:coreProperties>
</file>